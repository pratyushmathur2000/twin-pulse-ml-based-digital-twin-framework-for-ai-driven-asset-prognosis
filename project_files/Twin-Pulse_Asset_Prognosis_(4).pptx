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212"/>
    <a:srgbClr val="EFF4F7"/>
    <a:srgbClr val="E9E3E3"/>
    <a:srgbClr val="F1F5F8"/>
    <a:srgbClr val="EAE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DE8B29-35A4-DCE3-42BD-1EE9839385AD}"/>
              </a:ext>
            </a:extLst>
          </p:cNvPr>
          <p:cNvSpPr/>
          <p:nvPr/>
        </p:nvSpPr>
        <p:spPr>
          <a:xfrm>
            <a:off x="14833600" y="8763000"/>
            <a:ext cx="1422400" cy="381000"/>
          </a:xfrm>
          <a:prstGeom prst="rect">
            <a:avLst/>
          </a:prstGeom>
          <a:solidFill>
            <a:srgbClr val="EFF4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96E6D3-3E75-44FF-B1F7-B82EEAE68EF8}"/>
              </a:ext>
            </a:extLst>
          </p:cNvPr>
          <p:cNvSpPr/>
          <p:nvPr/>
        </p:nvSpPr>
        <p:spPr>
          <a:xfrm>
            <a:off x="14833600" y="8763000"/>
            <a:ext cx="1422400" cy="381000"/>
          </a:xfrm>
          <a:prstGeom prst="rect">
            <a:avLst/>
          </a:prstGeom>
          <a:solidFill>
            <a:srgbClr val="EAEE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D200EC-CCF1-0D5B-5321-A3F5FD91EFC8}"/>
              </a:ext>
            </a:extLst>
          </p:cNvPr>
          <p:cNvSpPr/>
          <p:nvPr/>
        </p:nvSpPr>
        <p:spPr>
          <a:xfrm>
            <a:off x="14833600" y="8763000"/>
            <a:ext cx="1422400" cy="381000"/>
          </a:xfrm>
          <a:prstGeom prst="rect">
            <a:avLst/>
          </a:prstGeom>
          <a:solidFill>
            <a:srgbClr val="F1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7241B0-FAA7-E55C-A76C-58D2A0B6771C}"/>
              </a:ext>
            </a:extLst>
          </p:cNvPr>
          <p:cNvSpPr/>
          <p:nvPr/>
        </p:nvSpPr>
        <p:spPr>
          <a:xfrm>
            <a:off x="14833600" y="8763000"/>
            <a:ext cx="1422400" cy="381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Pratyush Mathur</cp:lastModifiedBy>
  <cp:revision>2</cp:revision>
  <dcterms:created xsi:type="dcterms:W3CDTF">2006-08-16T00:00:00Z</dcterms:created>
  <dcterms:modified xsi:type="dcterms:W3CDTF">2026-02-20T17:21:41Z</dcterms:modified>
</cp:coreProperties>
</file>